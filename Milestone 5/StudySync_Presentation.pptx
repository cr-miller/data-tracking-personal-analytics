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45720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StudySync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Collaboration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→ 5  |  Robyn Wilson, Desmond, Rashard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|  Spring Boot + React + MySQL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track of assignment due dates across multiple courses and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Group Coordination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space for study groups to organize, communicate, and assign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🗂️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aren't designed for academic collaboration — students juggle too many platforms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one centralized platform built for academic life.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 — StudySync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 is a centralized academic collaboration platform that helps college students manage tasks, coordinate study groups, and stay on top of deadlines — all in one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32588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Secure Login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64792" y="2103120"/>
            <a:ext cx="132588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64792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10512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Tracking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2103120"/>
            <a:ext cx="132588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55264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00984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45736" y="2103120"/>
            <a:ext cx="132588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91456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2103120"/>
            <a:ext cx="132588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81928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In-Group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103120"/>
            <a:ext cx="132588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219456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0" y="288036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College students, study groups, academic project teams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143000"/>
            <a:ext cx="64008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087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490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Task Page · Group Page · Form 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856232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8562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039112"/>
            <a:ext cx="640080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3865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Services · Repositories · JWT 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752344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752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935224"/>
            <a:ext cx="64008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2826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Tasks · StudyGroups · Messages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648456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648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831336"/>
            <a:ext cx="64008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0876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178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sync · Event creation · Reminders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Structure — Milestone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(Entities)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64008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9344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name, email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password, role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88336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88336"/>
            <a:ext cx="64008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24912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title, deadline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status, userId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803904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803904"/>
            <a:ext cx="64008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840480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StudyGroup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members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1572768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572768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609344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createUser()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getUserById()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updateUser()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688336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88336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724912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createTask()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getTasks()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deleteTask()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3803904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803904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3840480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StudyGroupService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createGroup()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addMember()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getGroups()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051560"/>
            <a:ext cx="274320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97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1572768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572768"/>
            <a:ext cx="64008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1609344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findByEmail()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findById()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2688336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688336"/>
            <a:ext cx="64008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724912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TaskRepository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findByUserId()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findByDeadline()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803904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803904"/>
            <a:ext cx="64008" cy="1005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840480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StudyGroupRepo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findByMember()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findByName()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Milestone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82296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showing active tasks, group memberships, and upcoming deadlines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201168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17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useState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82296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441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Display 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displays task and study group data via backend GET endpoints using Axios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651760"/>
            <a:ext cx="201168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GET Requests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82296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850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create new tasks and study groups via POST endpoints with input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886200"/>
            <a:ext cx="201168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8862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Forms · POST Requests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ReactJS · React Router · Axios · useState / useReducer · Responsive Layout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· Auth · External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Integration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Spring Boot to relational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for Entities &amp; Repositories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in-memory storage with persistent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User → Tasks (One-to-Many)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↔ StudyGroups (Many-to-Many)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entities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57276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login via Spring Security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route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endpoints for authenticated users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834640"/>
            <a:ext cx="402336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862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Google Calendar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310128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assignment deadlines to Google Calendar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calendar events for study sessions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reminders for upcoming 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API errors and rate limits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Plan &amp; Team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Robyn Wilson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&amp; Documentation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configuration &amp; connection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41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(10 user stories)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19125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&amp; task assignment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4106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README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24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&amp; registration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41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Spring 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19125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94106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&amp; controller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124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371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model &amp; CRUD operations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441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service &amp; repository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19125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endpoints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94106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Major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communication across async schedules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from overlapping responsibilities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Spring Security with JWT tokens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OAuth 2.0 setup complexity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React frontend to backend endpoints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Lessons Learned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627632"/>
            <a:ext cx="37947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creates clarity before coding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a communication tool, not just a deliverable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backlog helps resolve scope disagreements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accelerate — but can't replace — understanding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integration testing prevents late-stage surprises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for StudySync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10972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1097280" cy="10972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1945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234440"/>
            <a:ext cx="1097280" cy="10972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1097280" cy="10972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521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234440"/>
            <a:ext cx="1097280" cy="109728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371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246120"/>
            <a:ext cx="6400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Robyn Wilson · Desmond · Rashard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StudySync  |  Full-Stack Web Application  |  Milestone 1–5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StudySync – Final Project Presentation</dc:title>
  <dc:subject>PptxGenJS Presentation</dc:subject>
  <dc:creator>PptxGenJS</dc:creator>
  <cp:lastModifiedBy>PptxGenJS</cp:lastModifiedBy>
  <cp:revision>1</cp:revision>
  <dcterms:created xsi:type="dcterms:W3CDTF">2026-04-30T16:55:49Z</dcterms:created>
  <dcterms:modified xsi:type="dcterms:W3CDTF">2026-04-30T16:55:49Z</dcterms:modified>
</cp:coreProperties>
</file>